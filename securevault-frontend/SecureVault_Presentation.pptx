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914400"/>
            <a:ext cx="10725912" cy="502920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28016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CYBERSECURITY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SecureVault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Encrypted Zero-Knowledge Storage &amp; Password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&amp; Presented by: Ramprasad Londhe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Web &amp; Security Architecture 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389120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Web: secure-vault-gamma-six.vercel.app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438912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4389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API: securevault-backend-1k72.onrender.com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Crisis in Traditional Cloud Storage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29000" cy="484632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Plaintext Data Exposure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2880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cloud providers store files unencrypted or hold master keys, making data vulnerable to internal leaks and server breaches.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429000" cy="484632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645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Cyber Attacks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3017520"/>
            <a:ext cx="2880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 central database is hacked, attackers instantly gain full unencrypted access to raw files, passwords, and private notes.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1371600"/>
            <a:ext cx="3429000" cy="484632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645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84464" y="2194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User Privacy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3017520"/>
            <a:ext cx="2880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are forced to trust third-party servers with confidential documents, financial records, and private passkeys.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PROPOSED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SecureVault — Zero-Knowledge Security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544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Zero-Knowledge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and database NEVER see plaintext content. Encryption keys are generated locally and stay strictly on the user's browser.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546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AES-256-GCM Encryption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Web Crypto API encrypts files and text in browser memory before any network transmission occurs.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7548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Security Control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1206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backend acts purely as a stateless JWT validator and encrypted blob storage, ensuring privacy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FEATURE 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Platform Features &amp;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🗂️  Encrypted File Vault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AES-256 binary file encryption with expiring share links.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554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Encrypted Notes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9432" y="20116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Zero-knowledge note editor for secret codes, recovery phrases, and ideas.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10144" y="137160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554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Password Vault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38744" y="20116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 encrypted password manager with auto-masking and copy-to-clipboard.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77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Session Manager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device, browser, IP tracking with 1-click remote session kill.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3794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3977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Security Alerts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9432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alerts for failed logins, 2FA status changes, and new devices.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10144" y="3794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3977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Two-Factor Auth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38744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OTP-based dual-factor authentication for extra login security.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SYSTEM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System Architecture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TIER (Vercel SPA)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15544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TypeScript + Web Crypto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Renders Glassmorphism UI, executes client-side AES-256-GCM encryption &amp; manages state.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54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TIER (Render Container)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3.2 + Java 17 + JWT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5661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JWT tokens via Interceptor, enforces CORS/Rate limits, manages REST controllers.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TIER (TiDB Cloud MySQL)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47548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TiDB Distributed SQL + H2 Fallback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1663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encrypted Base64 blobs, user credentials (BCrypt), sessions &amp; activity logs.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SECURITY DEEP-DIVE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Cryptographic Engine (AES-256-GCM)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14600" cy="48463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Generation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crypto.subtle.generateKey('AES-GCM', 256) creates 256-bit symmetric key locally.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371600"/>
            <a:ext cx="2514600" cy="48463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9312" y="2103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IV Vector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283464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crypto.getRandomValues(new Uint8Array(12)) creates unique 12-byte IV per item.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371600"/>
            <a:ext cx="2514600" cy="48463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2103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 Encryption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64224" y="283464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crypto.subtle.encrypt() encrypts raw binary buffers inside browser RAM.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06256" y="1371600"/>
            <a:ext cx="2514600" cy="48463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9136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89136" y="2103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Base64 Transport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89136" y="2834640"/>
            <a:ext cx="2148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buffer converted to Base64 and sent via HTTPS REST request.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APPLICATION TIER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Infrastructure &amp; Database Resilience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Auth (JWT)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HMAC-SHA256 JWT tokens pass in Authorization: Bearer header, checked by TokenInterceptor.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600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Hashing (BCrypt)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3952" y="205740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login passwords hashed using 12-round salted BCrypt encoder.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Database (TiDB)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TiDB Serverless Cloud MySQL handles high-concurrency encrypted data persistence over TLS.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379476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Fallback (H2 Engine)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73952" y="44805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cloud DB is offline, Spring Boot auto-switches to embedded H2 engine, guaranteeing 0 deployment downtime.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TECH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Technology Stack Matrix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725912" cy="475488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4599432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Selected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18 + TypeScript + Vite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Page Application UI Engine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 CSS + shadcn/ui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Glassmorphism Component System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Crypto Engine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Crypto API (AES-256-GCM)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Client-Side Encryption/Decryption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Boot 3.2 (Java 17)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 API, Token Interceptor, JPA ORM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Database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TiDB Cloud Serverless MySQL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Distributed Cloud Data Persistence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(Frontend) + Render (Backend)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Automated Docker CI/CD Cloud Hosting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FUTURE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&amp; High-Impact Innovations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Anomaly Detection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Behavioral ML model (Isolation Forest) to detect abnormal login IP velocity and auto-lock suspicious sessions.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600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💀  Duress Password (Panic Mode)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3952" y="205740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secondary password that unlocks a decoy fake vault under physical threat.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👆  Biometric WebAuthn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Passwordless login using native Fingerprint, TouchID, and FaceID authentication.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379476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Capacitor Mobile App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73952" y="44805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Android (.apk) &amp; iOS app deployment reusing existing React codebase.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914400"/>
            <a:ext cx="10725912" cy="502920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63040"/>
            <a:ext cx="9994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SecureVault — End-to-End Encrypted Zero-Knowledge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0" y="3108960"/>
            <a:ext cx="8165592" cy="1645920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3291840"/>
            <a:ext cx="77998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Live Web App: https://secure-vault-gamma-six.vercel.app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Live API: https://securevault-backend-1k72.onrender.com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GitHub Repository: github.com/Ramprasadlondhe2005/SecureVault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502920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Technical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2026-09-25T20:52:10Z</dcterms:created>
  <dcterms:modified xsi:type="dcterms:W3CDTF">2026-09-25T20:52:10Z</dcterms:modified>
</cp:coreProperties>
</file>