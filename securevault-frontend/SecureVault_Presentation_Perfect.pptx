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0" cy="420624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315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CYBERSECURITY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SecureVault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Encrypted Zero-Knowledge Storage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&amp; Presented by: Ramprasad Londhe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Web &amp; Security Architecture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374904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17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Web: secure-vault-gamma-six.vercel.app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3017520"/>
            <a:ext cx="374904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017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API: securevault-backend-1k72.onrender.com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Crisis in Traditional Cloud Storage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Plaintext Data Exposure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cloud providers store files unencrypted or hold master keys, making data vulnerable to leaks and server breaches.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88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Cyber Attacks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 central database is hacked, attackers instantly gain full unencrypted access to raw files, passwords, and private notes.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188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1600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User Privacy Control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are forced to trust third-party servers with confidential documents, financial records, and private passkeys.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PROPOSED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SecureVault — Zero-Knowledge Security Model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Zero-Knowledge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and database NEVER see plaintext content. Encryption keys are generated locally and stay strictly on the user's browser.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048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AES-256-GCM Encryption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706624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Web Crypto API encrypts files and text in browser memory before any network transmission occurs.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29584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667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 Security 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68496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backend acts purely as a stateless JWT validator and encrypted blob storage, ensuring privacy by design.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FEATURE HIGHLIGHTS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Platform Features &amp; Modules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🗂️  Encrypted File Vault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AES-256 binary file encryption with expiring share links.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143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Encrypted Notes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50876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Zero-knowledge note editor for secret codes, recovery phrases, and ideas.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143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 Password Vault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50876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 encrypted password manager with auto-masking and copy-to-clipboard.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63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Session Manager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device, browser, IP tracking with 1-click remote session kill.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2926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063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 Security Alerts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42900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alerts for failed logins, 2FA status changes, and new devices.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2926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063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Two-Factor Auth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42900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OTP-based dual-factor authentication for extra login security.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SYSTEM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3-Tier System Architecture Design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TIER (Vercel SPA)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143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TypeScript + Web Crypto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Renders Glassmorphism UI, executes client-side AES-256-GCM encryption &amp; manages state.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04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TIER (Render Container)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4048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3.2 + Java 17 + JWT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JWT tokens via Interceptor, enforces CORS/Rate limits, manages REST controllers.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667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 TIER (TiDB Cloud MySQL)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3666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TiDB Distributed SQL + H2 Fallback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986784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encrypted Base64 blobs, user credentials (BCrypt), sessions &amp; activity logs.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SECURITY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Cryptographic Engine (AES-256-GCM)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65960" cy="374904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crypto.subtle.generateKey('AES-GCM', 256) creates 256-bit symmetric key locally.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005840"/>
            <a:ext cx="1965960" cy="374904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79192" y="15087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IV Vector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9192" y="201168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crypto.getRandomValues(new Uint8Array(12)) creates unique 12-byte IV per item.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1965960" cy="374904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64024" y="15087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 Encryption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64024" y="201168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crypto.subtle.encrypt() encrypts raw binary buffers inside browser RAM.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11696" y="1005840"/>
            <a:ext cx="1965960" cy="374904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48856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48856" y="15087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Base64 Transport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48856" y="201168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buffer converted to Base64 and sent via HTTPS REST request.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APPLICATION TIER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Infrastructure &amp; Database Resilience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704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 Auth (JWT)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HMAC-SHA256 JWT tokens pass in Authorization: Bearer header, checked by TokenInterceptor.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704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Hashing (BCrypt)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login passwords hashed using 12-round salted BCrypt encoder.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906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Database (TiDB)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42900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TiDB Serverless Cloud MySQL handles high-concurrency encrypted data persistence over TLS.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92608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0906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Fallback (H2 Engine)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42900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cloud DB is offline, Spring Boot auto-switches to embedded H2 engine, guaranteeing 0 deployment downtime.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TECH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Technology Stack Matrix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74904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474720"/>
              </a:tblGrid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 Selected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18 + TypeScript + Vite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 Page Application UI Engine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Tailwind CSS + shadcn/ui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Glassmorphism Component System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Crypto Engine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Crypto API (AES-256-GCM)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Client-Side Encryption/Decryption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 Boot 3.2 (Java 17)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 API, Token Interceptor, JPA ORM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Database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TiDB Cloud Serverless MySQL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Distributed Cloud Data Persistence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(Frontend) + Render (Backend)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Automated Docker CI/CD Cloud Hosting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FUTURE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 &amp; High-Impact Innovations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704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 Anomaly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Behavioral ML model (Isolation Forest) to detect abnormal login IP velocity and auto-lock suspicious sessions.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704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💀  Duress Password (Panic Mode)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secondary password that unlocks a decoy fake vault under physical threat.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906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👆  Biometric WebAuthn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42900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Passwordless login using native Fingerprint, TouchID, and FaceID authentication.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92608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0906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Capacitor Mobile 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42900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Cross-platform Android (.apk) &amp; iOS app deployment reusing existing React codebase.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0" cy="420624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SecureVault — End-to-End Encrypted Zero-Knowledge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694944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3774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Live Web App: https://secure-vault-gamma-six.vercel.app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Live API: https://securevault-backend-1k72.onrender.com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GitHub Repository: github.com/Ramprasadlondhe2005/SecureVault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Technical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2026-09-25T20:54:31Z</dcterms:created>
  <dcterms:modified xsi:type="dcterms:W3CDTF">2026-09-25T20:54:31Z</dcterms:modified>
</cp:coreProperties>
</file>